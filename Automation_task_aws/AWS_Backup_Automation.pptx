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38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608D0-03F7-D96A-D03B-4A776D718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752BF-87C8-FFC5-F2E9-B95ADE98F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70D9E6-75E4-144A-8AD1-D5959405A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7C773-D099-EA3B-4BA5-BB37544E2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453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9BE01-98A5-8BA0-FC31-B7C46514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0D7286-33B9-C6AC-C3D6-901E86142D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88EF30-636B-6666-DFA3-4DD7F5A894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D8EAF-7D84-5BC5-79D3-46BBA19A82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801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AB156-92D8-6FB4-9E70-EC8C5ADBA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B9C134-F7FC-7375-8FCD-4E1B75163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E32D8-1245-F6E8-77BF-32A86A1AED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1E8124-1557-C5AE-2CA5-83DD24B886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787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5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6202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743200" cy="2743200"/>
          </a:xfrm>
          <a:prstGeom prst="ellipse">
            <a:avLst/>
          </a:prstGeom>
          <a:solidFill>
            <a:srgbClr val="16202C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5" name="Image 0" descr="icons/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12655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AUTOMATION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5146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Backup, Cleanup, AMI &amp; Snapshot Automation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 Lambda-driven system that automatically backs up, tags, and cleans up EC2 snapshots and AMIs — triggered every 3 minutes.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2011680" cy="0"/>
          </a:xfrm>
          <a:prstGeom prst="line">
            <a:avLst/>
          </a:prstGeom>
          <a:noFill/>
          <a:ln w="2540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6080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 Automation  |  Serverless  |  Cost &amp; Storage Optimization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is an AWS-native automation solution — “AWS Automation for Backup, Cleanup, AMI &amp; Snapshot” — built to protect EC2 instances without manual effort.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an EC2 instance is created with the tags Environment: Production and ManagedBy: Terraform, a dedicated AWS Lambda function — EC2-Backup-Automation — takes over its entire backup lifecycle, running fully unattended on a scheduled trigger.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20840" y="1600200"/>
            <a:ext cx="4892040" cy="4434840"/>
          </a:xfrm>
          <a:prstGeom prst="roundRect">
            <a:avLst>
              <a:gd name="adj" fmla="val 2474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08660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IDENTITY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086600" y="2331720"/>
            <a:ext cx="457200" cy="457200"/>
          </a:xfrm>
          <a:prstGeom prst="ellipse">
            <a:avLst/>
          </a:prstGeom>
          <a:solidFill>
            <a:srgbClr val="2E3D4F"/>
          </a:solidFill>
          <a:ln/>
        </p:spPr>
      </p:sp>
      <p:pic>
        <p:nvPicPr>
          <p:cNvPr id="9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450592"/>
            <a:ext cx="219456" cy="21945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26680" y="2313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26680" y="255117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EC2-Backup-Automation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086600" y="3291840"/>
            <a:ext cx="457200" cy="457200"/>
          </a:xfrm>
          <a:prstGeom prst="ellipse">
            <a:avLst/>
          </a:prstGeom>
          <a:solidFill>
            <a:srgbClr val="2E3D4F"/>
          </a:solidFill>
          <a:ln/>
        </p:spPr>
      </p:sp>
      <p:pic>
        <p:nvPicPr>
          <p:cNvPr id="13" name="Image 1" descr="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341071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26680" y="327355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ROLE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726680" y="351129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EC2-Backup-Lambda-Role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086600" y="4251960"/>
            <a:ext cx="457200" cy="457200"/>
          </a:xfrm>
          <a:prstGeom prst="ellipse">
            <a:avLst/>
          </a:prstGeom>
          <a:solidFill>
            <a:srgbClr val="2E3D4F"/>
          </a:solidFill>
          <a:ln/>
        </p:spPr>
      </p:sp>
      <p:pic>
        <p:nvPicPr>
          <p:cNvPr id="17" name="Image 2" descr="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472" y="43708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26680" y="42336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726680" y="447141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EC2-Backup-3Min-Schedule (every 3 min)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086600" y="5212080"/>
            <a:ext cx="457200" cy="457200"/>
          </a:xfrm>
          <a:prstGeom prst="ellipse">
            <a:avLst/>
          </a:prstGeom>
          <a:solidFill>
            <a:srgbClr val="2E3D4F"/>
          </a:solidFill>
          <a:ln/>
        </p:spPr>
      </p:sp>
      <p:pic>
        <p:nvPicPr>
          <p:cNvPr id="21" name="Image 3" descr="icons/ta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2" y="533095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26680" y="5193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9A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TAGS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726680" y="5431536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Production, ManagedBy: Terraform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EC2 backup management doesn't scale — and the gaps it leaves behind are costly.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blurRad="101600" dist="38100" dir="5400000" algn="bl" rotWithShape="0">
              <a:srgbClr val="9AA7B3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6888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7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3" y="263530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918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consistent backups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EC2 instances had no guaranteed, repeatable AMI or snapshot backup process.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blurRad="101600" dist="38100" dir="5400000" algn="bl" rotWithShape="0">
              <a:srgbClr val="9AA7B3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66744" y="246888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icons/tr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3165" y="263530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2918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cleanup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39312" y="397764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snapshots piled up over time, driving up EBS storage cost with nobody tracking retention.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72784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blurRad="101600" dist="38100" dir="5400000" algn="bl" rotWithShape="0">
              <a:srgbClr val="9AA7B3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28816" y="246888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7" name="Image 2" descr="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5237" y="263530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01384" y="32918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01384" y="397764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had no easy way to know which instances were backed up, or when the last backup ran.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34856" y="214884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blurRad="101600" dist="38100" dir="5400000" algn="bl" rotWithShape="0">
              <a:srgbClr val="9AA7B3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90888" y="246888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2" name="Image 3" descr="icons/red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7309" y="263530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63456" y="329184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error &amp; delay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63456" y="3977640"/>
            <a:ext cx="21488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on-demand backups are inconsistent, easy to forget, and slow to respond to instance changes.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4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Services Used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lean, fully serverless stack — no servers to patch or manage.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202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6712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7" name="Image 0" descr="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54" y="2309774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Lambda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EC2-Backup-Automation — the core automation logic, invoked on schedule.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55848" y="196596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202C"/>
          </a:solidFill>
          <a:ln/>
        </p:spPr>
      </p:sp>
      <p:sp>
        <p:nvSpPr>
          <p:cNvPr id="11" name="Shape 8"/>
          <p:cNvSpPr/>
          <p:nvPr/>
        </p:nvSpPr>
        <p:spPr>
          <a:xfrm>
            <a:off x="3557016" y="216712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2" name="Image 1" descr="icons/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662" y="2309774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38728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EC2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38728" y="32004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the running instances that are discovered, backed up, and tagged.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63056" y="196596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202C"/>
          </a:solidFill>
          <a:ln/>
        </p:spPr>
      </p:sp>
      <p:sp>
        <p:nvSpPr>
          <p:cNvPr id="16" name="Shape 12"/>
          <p:cNvSpPr/>
          <p:nvPr/>
        </p:nvSpPr>
        <p:spPr>
          <a:xfrm>
            <a:off x="6364224" y="216712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7" name="Image 2" descr="icon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6870" y="2309774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45936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EC2 AMI &amp; Snapshots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45936" y="32004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images and EBS snapshots created as the actual backup artifacts.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970264" y="196596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202C"/>
          </a:solidFill>
          <a:ln/>
        </p:spPr>
      </p:sp>
      <p:sp>
        <p:nvSpPr>
          <p:cNvPr id="21" name="Shape 16"/>
          <p:cNvSpPr/>
          <p:nvPr/>
        </p:nvSpPr>
        <p:spPr>
          <a:xfrm>
            <a:off x="9171432" y="216712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2" name="Image 3" descr="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4078" y="2309774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53144" y="2834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EventBridge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153144" y="32004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EC2-Backup-3Min-Schedule rule triggers the Lambda function every 3 minutes.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48640" y="43891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202C"/>
          </a:solidFill>
          <a:ln/>
        </p:spPr>
      </p:sp>
      <p:sp>
        <p:nvSpPr>
          <p:cNvPr id="26" name="Shape 20"/>
          <p:cNvSpPr/>
          <p:nvPr/>
        </p:nvSpPr>
        <p:spPr>
          <a:xfrm>
            <a:off x="749808" y="459028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7" name="Image 4" descr="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454" y="4732934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" y="5257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IAM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731520" y="56235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EC2-Backup-Lambda-Role grants scoped access to EC2, CloudWatch, S3 &amp; SNS.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55848" y="43891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202C"/>
          </a:solidFill>
          <a:ln/>
        </p:spPr>
      </p:sp>
      <p:sp>
        <p:nvSpPr>
          <p:cNvPr id="31" name="Shape 24"/>
          <p:cNvSpPr/>
          <p:nvPr/>
        </p:nvSpPr>
        <p:spPr>
          <a:xfrm>
            <a:off x="3557016" y="459028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2" name="Image 5" descr="icons/f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9662" y="4732934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538728" y="5257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S3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538728" y="56235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execution logs uploaded after every automation run, for audit history.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6163056" y="43891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202C"/>
          </a:solidFill>
          <a:ln/>
        </p:spPr>
      </p:sp>
      <p:sp>
        <p:nvSpPr>
          <p:cNvPr id="36" name="Shape 28"/>
          <p:cNvSpPr/>
          <p:nvPr/>
        </p:nvSpPr>
        <p:spPr>
          <a:xfrm>
            <a:off x="6364224" y="459028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7" name="Image 6" descr="icons/bel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6870" y="4732934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45936" y="5257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SNS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345936" y="56235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EC2-Backup-Notifications topic sends summary alerts for backup &amp; cleanup runs.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970264" y="4389120"/>
            <a:ext cx="2606040" cy="2148840"/>
          </a:xfrm>
          <a:prstGeom prst="roundRect">
            <a:avLst>
              <a:gd name="adj" fmla="val 4255"/>
            </a:avLst>
          </a:prstGeom>
          <a:solidFill>
            <a:srgbClr val="16202C"/>
          </a:solidFill>
          <a:ln/>
        </p:spPr>
      </p:sp>
      <p:sp>
        <p:nvSpPr>
          <p:cNvPr id="41" name="Shape 32"/>
          <p:cNvSpPr/>
          <p:nvPr/>
        </p:nvSpPr>
        <p:spPr>
          <a:xfrm>
            <a:off x="9171432" y="4590288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42" name="Image 7" descr="icons/datab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14078" y="4732934"/>
            <a:ext cx="263347" cy="263347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153144" y="5257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CloudWatch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9153144" y="56235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logs and metrics for monitoring and troubleshooting the function.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EC2-Backup-Automation actually does on every invocation.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62556"/>
            <a:ext cx="566928" cy="566928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6" name="Image 0" descr="icons/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230995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947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configuration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80160" y="22951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tags, S3 bucket, SNS topic and retention limit from environment variables.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97880" y="2162556"/>
            <a:ext cx="566928" cy="566928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0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81" y="2309957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19476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Finds tagged instances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6629400" y="229514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all running EC2 instances matching the configured tags.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3323844"/>
            <a:ext cx="566928" cy="566928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4" name="Image 2" descr="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41" y="3471245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3108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Checks existing AMIs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280160" y="345643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whether an AMI already exists before creating a new one.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897880" y="3323844"/>
            <a:ext cx="566928" cy="566928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8" name="Image 3" descr="icon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5281" y="3471245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9400" y="3108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Creates AMI &amp; snapshot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629400" y="3456432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new AMI and an EBS snapshot of the root volume, only when needed.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48640" y="4485132"/>
            <a:ext cx="566928" cy="566928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2" name="Image 4" descr="icons/red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041" y="4632533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42702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 on throttling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280160" y="46177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creation includes retry logic to handle AWS API throttling errors.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897880" y="4485132"/>
            <a:ext cx="566928" cy="566928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26" name="Image 5" descr="icons/tag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5281" y="4632533"/>
            <a:ext cx="272125" cy="272125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9400" y="42702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Tags backups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6629400" y="461772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every created AMI and snapshot with source instance information.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548640" y="5646420"/>
            <a:ext cx="566928" cy="566928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30" name="Image 6" descr="icons/tras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041" y="5793821"/>
            <a:ext cx="272125" cy="27212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280160" y="54315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Enforces retention</a:t>
            </a:r>
            <a:endParaRPr lang="en-US" sz="1350" dirty="0"/>
          </a:p>
        </p:txBody>
      </p:sp>
      <p:sp>
        <p:nvSpPr>
          <p:cNvPr id="32" name="Text 23"/>
          <p:cNvSpPr/>
          <p:nvPr/>
        </p:nvSpPr>
        <p:spPr>
          <a:xfrm>
            <a:off x="1280160" y="57790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only the latest 3 snapshots per instance and deletes older ones.</a:t>
            </a:r>
            <a:endParaRPr lang="en-US" sz="1050" dirty="0"/>
          </a:p>
        </p:txBody>
      </p:sp>
      <p:sp>
        <p:nvSpPr>
          <p:cNvPr id="33" name="Shape 24"/>
          <p:cNvSpPr/>
          <p:nvPr/>
        </p:nvSpPr>
        <p:spPr>
          <a:xfrm>
            <a:off x="5897880" y="5646420"/>
            <a:ext cx="566928" cy="566928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34" name="Image 7" descr="icons/be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5281" y="5793821"/>
            <a:ext cx="272125" cy="27212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629400" y="54315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 &amp; notifies</a:t>
            </a:r>
            <a:endParaRPr lang="en-US" sz="1350" dirty="0"/>
          </a:p>
        </p:txBody>
      </p:sp>
      <p:sp>
        <p:nvSpPr>
          <p:cNvPr id="36" name="Text 26"/>
          <p:cNvSpPr/>
          <p:nvPr/>
        </p:nvSpPr>
        <p:spPr>
          <a:xfrm>
            <a:off x="6629400" y="57790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execution logs to S3 and sends an SNS summary of the run.</a:t>
            </a:r>
            <a:endParaRPr lang="en-US" sz="1050" dirty="0"/>
          </a:p>
        </p:txBody>
      </p:sp>
      <p:sp>
        <p:nvSpPr>
          <p:cNvPr id="37" name="Text 2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path from schedule trigger to notification, every 3 minutes.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24912" y="3511296"/>
            <a:ext cx="237744" cy="201168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402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9AA7B3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9052" y="2039112"/>
            <a:ext cx="402336" cy="402336"/>
          </a:xfrm>
          <a:prstGeom prst="ellipse">
            <a:avLst/>
          </a:prstGeom>
          <a:solidFill>
            <a:srgbClr val="232F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9052" y="2039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440180" y="256032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0" name="Image 0" descr="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601" y="2726741"/>
            <a:ext cx="307238" cy="30723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86968" y="333756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EventBridge Trigger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05256" y="3931920"/>
            <a:ext cx="1709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EC2-Backup-3Min-Schedule fires every 3 minutes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892040" y="3511296"/>
            <a:ext cx="237744" cy="201168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14" name="Shape 11"/>
          <p:cNvSpPr/>
          <p:nvPr/>
        </p:nvSpPr>
        <p:spPr>
          <a:xfrm>
            <a:off x="2944368" y="22402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9AA7B3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726180" y="2039112"/>
            <a:ext cx="402336" cy="402336"/>
          </a:xfrm>
          <a:prstGeom prst="ellipse">
            <a:avLst/>
          </a:prstGeom>
          <a:solidFill>
            <a:srgbClr val="232F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26180" y="2039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607308" y="256032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8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3729" y="2726741"/>
            <a:ext cx="307238" cy="30723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054096" y="333756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 Instances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3072384" y="3931920"/>
            <a:ext cx="1709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running EC2s tagged Production / Terraform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059168" y="3511296"/>
            <a:ext cx="237744" cy="201168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22" name="Shape 18"/>
          <p:cNvSpPr/>
          <p:nvPr/>
        </p:nvSpPr>
        <p:spPr>
          <a:xfrm>
            <a:off x="5111496" y="22402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9AA7B3">
                <a:alpha val="2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893308" y="2039112"/>
            <a:ext cx="402336" cy="402336"/>
          </a:xfrm>
          <a:prstGeom prst="ellipse">
            <a:avLst/>
          </a:prstGeom>
          <a:solidFill>
            <a:srgbClr val="232F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893308" y="2039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5774436" y="256032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6" name="Image 2" descr="icon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0857" y="2726741"/>
            <a:ext cx="307238" cy="30723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21224" y="333756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Check &amp; Create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239512" y="3931920"/>
            <a:ext cx="1709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AMI if missing; snapshot root EBS volume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9226296" y="3511296"/>
            <a:ext cx="237744" cy="201168"/>
          </a:xfrm>
          <a:prstGeom prst="rightArrow">
            <a:avLst/>
          </a:prstGeom>
          <a:solidFill>
            <a:srgbClr val="FF9900"/>
          </a:solidFill>
          <a:ln/>
        </p:spPr>
      </p:sp>
      <p:sp>
        <p:nvSpPr>
          <p:cNvPr id="30" name="Shape 25"/>
          <p:cNvSpPr/>
          <p:nvPr/>
        </p:nvSpPr>
        <p:spPr>
          <a:xfrm>
            <a:off x="7278624" y="22402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9AA7B3">
                <a:alpha val="2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060436" y="2039112"/>
            <a:ext cx="402336" cy="402336"/>
          </a:xfrm>
          <a:prstGeom prst="ellipse">
            <a:avLst/>
          </a:prstGeom>
          <a:solidFill>
            <a:srgbClr val="232F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060436" y="2039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7941564" y="256032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34" name="Image 3" descr="icons/tr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7985" y="2726741"/>
            <a:ext cx="307238" cy="30723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388352" y="333756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Cleanup</a:t>
            </a:r>
            <a:endParaRPr lang="en-US" sz="1250" dirty="0"/>
          </a:p>
        </p:txBody>
      </p:sp>
      <p:sp>
        <p:nvSpPr>
          <p:cNvPr id="36" name="Text 30"/>
          <p:cNvSpPr/>
          <p:nvPr/>
        </p:nvSpPr>
        <p:spPr>
          <a:xfrm>
            <a:off x="7406640" y="3931920"/>
            <a:ext cx="1709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latest 3 snapshots per instance, delete rest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9445752" y="2240280"/>
            <a:ext cx="1965960" cy="27432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3E7EB"/>
            </a:solidFill>
            <a:prstDash val="solid"/>
          </a:ln>
          <a:effectLst>
            <a:outerShdw blurRad="76200" dist="25400" dir="5400000" algn="bl" rotWithShape="0">
              <a:srgbClr val="9AA7B3">
                <a:alpha val="20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10227564" y="2039112"/>
            <a:ext cx="402336" cy="402336"/>
          </a:xfrm>
          <a:prstGeom prst="ellipse">
            <a:avLst/>
          </a:prstGeom>
          <a:solidFill>
            <a:srgbClr val="232F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10227564" y="20391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10108692" y="256032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41" name="Image 4" descr="icons/fi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5113" y="2726741"/>
            <a:ext cx="307238" cy="30723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555480" y="3337560"/>
            <a:ext cx="1746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&amp; Notify</a:t>
            </a:r>
            <a:endParaRPr lang="en-US" sz="1250" dirty="0"/>
          </a:p>
        </p:txBody>
      </p:sp>
      <p:sp>
        <p:nvSpPr>
          <p:cNvPr id="43" name="Text 36"/>
          <p:cNvSpPr/>
          <p:nvPr/>
        </p:nvSpPr>
        <p:spPr>
          <a:xfrm>
            <a:off x="9573768" y="3931920"/>
            <a:ext cx="17099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logs to S3, send SNS summary notification</a:t>
            </a:r>
            <a:endParaRPr lang="en-US" sz="950" dirty="0"/>
          </a:p>
        </p:txBody>
      </p:sp>
      <p:sp>
        <p:nvSpPr>
          <p:cNvPr id="44" name="Text 3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A4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It's Needed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6202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6" name="Image 0" descr="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protection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49808" y="370332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production EC2 instances always have an up-to-date AMI and snapshot to recover from.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10712" y="20116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6202C"/>
          </a:solidFill>
          <a:ln/>
        </p:spPr>
      </p:sp>
      <p:sp>
        <p:nvSpPr>
          <p:cNvPr id="10" name="Shape 7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1" name="Image 1" descr="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manual effort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70332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3-minute scheduled trigger removes the need for anyone to remember to take backups.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20116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6202C"/>
          </a:solidFill>
          <a:ln/>
        </p:spPr>
      </p:sp>
      <p:sp>
        <p:nvSpPr>
          <p:cNvPr id="15" name="Shape 11"/>
          <p:cNvSpPr/>
          <p:nvPr/>
        </p:nvSpPr>
        <p:spPr>
          <a:xfrm>
            <a:off x="6501384" y="228600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16" name="Image 2" descr="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805" y="245242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73952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control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73952" y="370332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3-snapshot retention prevents unbounded EBS storage growth and cost creep.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34856" y="201168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6202C"/>
          </a:solidFill>
          <a:ln/>
        </p:spPr>
      </p:sp>
      <p:sp>
        <p:nvSpPr>
          <p:cNvPr id="20" name="Shape 15"/>
          <p:cNvSpPr/>
          <p:nvPr/>
        </p:nvSpPr>
        <p:spPr>
          <a:xfrm>
            <a:off x="9363456" y="2286000"/>
            <a:ext cx="640080" cy="64008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1" name="Image 3" descr="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9877" y="245242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36024" y="3108960"/>
            <a:ext cx="22037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Instant visibility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36024" y="3703320"/>
            <a:ext cx="220370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notifications and S3 logs give the team real-time insight into every backup run.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5440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impact: automated, reliable recovery posture for every Terraform-managed production instance — without adding operational overhead.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6" name="Image 0" descr="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21424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98424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API throttling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88720" y="226771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throttling errors during snapshot creation required building custom retry logic.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0" name="Image 1" descr="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319399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0358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detection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88720" y="331927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duplicate AMIs/snapshots meant reliably checking existing backups before creating new ones.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4" name="Image 2" descr="icons/tr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4245559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40873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retention cleanup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88720" y="437083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only the correct older snapshots — never the latest 3 — needed careful per-instance tracking.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5166360"/>
            <a:ext cx="502920" cy="502920"/>
          </a:xfrm>
          <a:prstGeom prst="ellipse">
            <a:avLst/>
          </a:prstGeom>
          <a:solidFill>
            <a:srgbClr val="232F3E"/>
          </a:solidFill>
          <a:ln/>
        </p:spPr>
      </p:sp>
      <p:pic>
        <p:nvPicPr>
          <p:cNvPr id="18" name="Image 3" descr="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" y="529711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51389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Tight schedule window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88720" y="542239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B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discovery, backup, and cleanup for all instances within each 3-minute cycle.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720840" y="1600200"/>
            <a:ext cx="4892040" cy="4572000"/>
          </a:xfrm>
          <a:prstGeom prst="roundRect">
            <a:avLst>
              <a:gd name="adj" fmla="val 2400"/>
            </a:avLst>
          </a:prstGeom>
          <a:solidFill>
            <a:srgbClr val="232F3E"/>
          </a:solidFill>
          <a:ln/>
        </p:spPr>
      </p:sp>
      <p:sp>
        <p:nvSpPr>
          <p:cNvPr id="22" name="Shape 16"/>
          <p:cNvSpPr/>
          <p:nvPr/>
        </p:nvSpPr>
        <p:spPr>
          <a:xfrm>
            <a:off x="7086600" y="1920240"/>
            <a:ext cx="594360" cy="594360"/>
          </a:xfrm>
          <a:prstGeom prst="ellipse">
            <a:avLst/>
          </a:prstGeom>
          <a:solidFill>
            <a:srgbClr val="FF9900"/>
          </a:solidFill>
          <a:ln/>
        </p:spPr>
      </p:sp>
      <p:pic>
        <p:nvPicPr>
          <p:cNvPr id="23" name="Image 4" descr="icons/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1134" y="2074774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818120" y="20116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086600" y="26974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throttling and timing challenges, the automation now reliably backs up, tags, and cleans up EC2 resources with zero manual intervention.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086600" y="3794760"/>
            <a:ext cx="4206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6CD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delivers consistent, cost-controlled backups for every Terraform-managed production instance, with full visibility through S3 logs and SNS alerts — turning a manual, error-prone process into a dependable, serverless safety net.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5408F-7A0B-B952-FEDF-E6377EAB6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20C011-6C87-B82C-34A2-AC5F32211844}"/>
              </a:ext>
            </a:extLst>
          </p:cNvPr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E7672975-4373-1C1B-E661-26E90429B9FF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7ACF888-BDB2-53D5-349E-319AF11A7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253" y="596783"/>
            <a:ext cx="9021494" cy="601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72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AC174-8885-30E2-46C3-33D396E3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E27FC3E-D5E8-714C-0BD3-AB3A8219006F}"/>
              </a:ext>
            </a:extLst>
          </p:cNvPr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01C4B37A-3FA1-659B-3CAD-B0A95D873E9C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BA1484-3F29-9B8C-6151-293D4E1DA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63927"/>
            <a:ext cx="10690860" cy="653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82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4ECD1-438D-C41A-5B0A-568945A7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F06B1B2-85E3-C2CB-73AB-99905832CDA7}"/>
              </a:ext>
            </a:extLst>
          </p:cNvPr>
          <p:cNvSpPr/>
          <p:nvPr/>
        </p:nvSpPr>
        <p:spPr>
          <a:xfrm>
            <a:off x="548640" y="457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8DE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DA6BF7E6-236D-786F-662B-6492630DEC53}"/>
              </a:ext>
            </a:extLst>
          </p:cNvPr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EB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EEA98C-4248-2CD0-7882-DC2DFA44D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03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830</Words>
  <Application>Microsoft Office PowerPoint</Application>
  <PresentationFormat>Widescreen</PresentationFormat>
  <Paragraphs>133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Yashwanth Gowda M</cp:lastModifiedBy>
  <cp:revision>3</cp:revision>
  <dcterms:created xsi:type="dcterms:W3CDTF">2026-08-30T14:24:28Z</dcterms:created>
  <dcterms:modified xsi:type="dcterms:W3CDTF">2026-08-30T16:52:51Z</dcterms:modified>
</cp:coreProperties>
</file>