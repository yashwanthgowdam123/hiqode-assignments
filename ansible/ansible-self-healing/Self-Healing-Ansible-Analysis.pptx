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023360"/>
            <a:ext cx="4389120" cy="4389120"/>
          </a:xfrm>
          <a:prstGeom prst="ellipse">
            <a:avLst/>
          </a:prstGeom>
          <a:solidFill>
            <a:srgbClr val="1D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937760"/>
            <a:ext cx="2926080" cy="2926080"/>
          </a:xfrm>
          <a:prstGeom prst="ellipse">
            <a:avLst/>
          </a:prstGeom>
          <a:solidFill>
            <a:srgbClr val="23507A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557784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ANALYSIS  ·  ANSIBLE PLAYBOOK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Ansible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Monitoring &amp; Remediation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idempotent, role-based playbook that checks a Linux/AWS EC2 fleet, fixes what it safely can, re-validates every fix, and reports what still needs a human.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5989320"/>
            <a:ext cx="10058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site.yml  ·  9 roles  ·  group_vars/all.yml  ·  reports/*.txt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playbook, four-stage healing loop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managed host runs the same control loop — check, fix, re-validate, report — driven entirely by group_vars/all.yml. Servers that can't be fixed are flagged for a human, never left silently broken.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971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9352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2644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Connectivity, disk, memory, uptime, service state, config drift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85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services, clean disk, correct users/dirs, correct config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982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61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6908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the same checks — a gate, not a formality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11149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4041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Per-host .txt report + console summary of what still needs eyes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1371600"/>
            <a:ext cx="25008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01968" y="1572768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3" name="Image 0" descr="/home/claude/pptx_build/icons/sync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673352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601968" y="2121408"/>
            <a:ext cx="21351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idempotent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601968" y="2395728"/>
            <a:ext cx="21351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user / systemd / lineinfile / hostname — zero changes on a healthy re-run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9157716" y="1371600"/>
            <a:ext cx="25008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358884" y="1572768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8" name="Image 1" descr="/home/claude/pptx_build/icons/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468" y="1673352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9358884" y="2121408"/>
            <a:ext cx="21351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then verify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9358884" y="2395728"/>
            <a:ext cx="21351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health_validation re-checks disk, memory &amp; services before calling a host healthy</a:t>
            </a:r>
            <a:endParaRPr lang="en-US" sz="980" dirty="0"/>
          </a:p>
        </p:txBody>
      </p:sp>
      <p:sp>
        <p:nvSpPr>
          <p:cNvPr id="31" name="Shape 27"/>
          <p:cNvSpPr/>
          <p:nvPr/>
        </p:nvSpPr>
        <p:spPr>
          <a:xfrm>
            <a:off x="6400800" y="3200400"/>
            <a:ext cx="25008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601968" y="3401568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33" name="Image 2" descr="/home/claude/pptx_build/icons/aler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502152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601968" y="3950208"/>
            <a:ext cx="21351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never hides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6601968" y="4224528"/>
            <a:ext cx="21351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Unfixable issues raise manual_intervention_required with specific reasons</a:t>
            </a:r>
            <a:endParaRPr lang="en-US" sz="980" dirty="0"/>
          </a:p>
        </p:txBody>
      </p:sp>
      <p:sp>
        <p:nvSpPr>
          <p:cNvPr id="36" name="Shape 31"/>
          <p:cNvSpPr/>
          <p:nvPr/>
        </p:nvSpPr>
        <p:spPr>
          <a:xfrm>
            <a:off x="9157716" y="3200400"/>
            <a:ext cx="25008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9358884" y="3401568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38" name="Image 3" descr="/home/claude/pptx_build/icons/layers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68" y="3502152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9358884" y="3950208"/>
            <a:ext cx="21351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Fleet-safe</a:t>
            </a:r>
            <a:endParaRPr lang="en-US" sz="1250" dirty="0"/>
          </a:p>
        </p:txBody>
      </p:sp>
      <p:sp>
        <p:nvSpPr>
          <p:cNvPr id="40" name="Text 34"/>
          <p:cNvSpPr txBox="1"/>
          <p:nvPr/>
        </p:nvSpPr>
        <p:spPr>
          <a:xfrm>
            <a:off x="9358884" y="4224528"/>
            <a:ext cx="21351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any_errors_fatal: false — one broken host never stops the rest of the run</a:t>
            </a:r>
            <a:endParaRPr lang="en-US" sz="980" dirty="0"/>
          </a:p>
        </p:txBody>
      </p:sp>
      <p:sp>
        <p:nvSpPr>
          <p:cNvPr id="41" name="Text 3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  ·  SITE.YML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roles, run in a fixed order per host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BEFE3"/>
          </a:solidFill>
          <a:ln w="12700">
            <a:solidFill>
              <a:srgbClr val="E7C79A"/>
            </a:solidFill>
            <a:prstDash val="dash"/>
          </a:ln>
        </p:spPr>
      </p:sp>
      <p:pic>
        <p:nvPicPr>
          <p:cNvPr id="5" name="Image 0" descr="/home/claude/pptx_build/icons/tool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29844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installation_tna </a:t>
            </a:r>
            <a:pPr indent="0" marL="0">
              <a:buNone/>
            </a:pPr>
            <a:r>
              <a:rPr lang="en-US" sz="1050" dirty="0">
                <a:solidFill>
                  <a:srgbClr val="6B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pre-flight only, not in README's table. Installs nginx/apache2/tomcat10, then stops &amp; disables all three — deliberately seeding a broken state for the roles below to heal.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258089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83055" y="1892808"/>
            <a:ext cx="512064" cy="51206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83055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Image 1" descr="/home/claude/pptx_build/icons/netwo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783" y="23317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715768"/>
            <a:ext cx="2398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connectivity_check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31089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Pings host; unreachable → flagged &amp; skipped via meta: end_host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3129534" y="2651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385566" y="2148840"/>
            <a:ext cx="258089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19981" y="1892808"/>
            <a:ext cx="512064" cy="51206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19981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7" name="Image 2" descr="/home/claude/pptx_build/icons/heartbea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709" y="23317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477006" y="2715768"/>
            <a:ext cx="2398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system_health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3495294" y="31089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disk %, memory %, uptime as facts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966460" y="2651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222492" y="2148840"/>
            <a:ext cx="258089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256907" y="1892808"/>
            <a:ext cx="512064" cy="51206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256907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4" name="Image 3" descr="/home/claude/pptx_build/icons/sync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635" y="233172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13932" y="2715768"/>
            <a:ext cx="2398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service_management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332220" y="31089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stopped critical_services, re-verifies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8803386" y="2651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059418" y="2148840"/>
            <a:ext cx="258089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093833" y="1892808"/>
            <a:ext cx="512064" cy="51206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0093833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1" name="Image 4" descr="/home/claude/pptx_build/icons/dis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3561" y="233172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150858" y="2715768"/>
            <a:ext cx="2398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disk_remediation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9169146" y="31089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aged files past disk_usage_threshold, re-checks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48640" y="4434840"/>
            <a:ext cx="258089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583055" y="4178808"/>
            <a:ext cx="512064" cy="51206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583055" y="4178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7" name="Image 5" descr="/home/claude/pptx_build/icons/users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783" y="4617720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40080" y="5001768"/>
            <a:ext cx="2398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user_directory_check</a:t>
            </a:r>
            <a:endParaRPr lang="en-US" sz="1150" dirty="0"/>
          </a:p>
        </p:txBody>
      </p:sp>
      <p:sp>
        <p:nvSpPr>
          <p:cNvPr id="39" name="Text 31"/>
          <p:cNvSpPr txBox="1"/>
          <p:nvPr/>
        </p:nvSpPr>
        <p:spPr>
          <a:xfrm>
            <a:off x="658368" y="53949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required_users &amp; required_directories, correct owner/mode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3129534" y="4937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3385566" y="4434840"/>
            <a:ext cx="258089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419981" y="4178808"/>
            <a:ext cx="512064" cy="51206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4419981" y="4178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44" name="Image 6" descr="/home/claude/pptx_build/icons/shield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9709" y="4617720"/>
            <a:ext cx="292608" cy="292608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3477006" y="5001768"/>
            <a:ext cx="2398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config_drift</a:t>
            </a:r>
            <a:endParaRPr lang="en-US" sz="1150" dirty="0"/>
          </a:p>
        </p:txBody>
      </p:sp>
      <p:sp>
        <p:nvSpPr>
          <p:cNvPr id="46" name="Text 37"/>
          <p:cNvSpPr txBox="1"/>
          <p:nvPr/>
        </p:nvSpPr>
        <p:spPr>
          <a:xfrm>
            <a:off x="3495294" y="53949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PermitRootLogin no, fixes hostname, restarts sshd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5966460" y="4937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39"/>
          <p:cNvSpPr/>
          <p:nvPr/>
        </p:nvSpPr>
        <p:spPr>
          <a:xfrm>
            <a:off x="6222492" y="4434840"/>
            <a:ext cx="258089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7256907" y="4178808"/>
            <a:ext cx="512064" cy="51206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7256907" y="4178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pic>
        <p:nvPicPr>
          <p:cNvPr id="51" name="Image 7" descr="/home/claude/pptx_build/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635" y="4617720"/>
            <a:ext cx="292608" cy="292608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6313932" y="5001768"/>
            <a:ext cx="2398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health_validation</a:t>
            </a:r>
            <a:endParaRPr lang="en-US" sz="1150" dirty="0"/>
          </a:p>
        </p:txBody>
      </p:sp>
      <p:sp>
        <p:nvSpPr>
          <p:cNvPr id="53" name="Text 43"/>
          <p:cNvSpPr txBox="1"/>
          <p:nvPr/>
        </p:nvSpPr>
        <p:spPr>
          <a:xfrm>
            <a:off x="6332220" y="53949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Re-checks disk/memory/services — the pass/fail gate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8803386" y="4937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5" name="Shape 45"/>
          <p:cNvSpPr/>
          <p:nvPr/>
        </p:nvSpPr>
        <p:spPr>
          <a:xfrm>
            <a:off x="9059418" y="4434840"/>
            <a:ext cx="258089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10093833" y="4178808"/>
            <a:ext cx="512064" cy="51206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10093833" y="4178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pic>
        <p:nvPicPr>
          <p:cNvPr id="58" name="Image 8" descr="/home/claude/pptx_build/icons/file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3561" y="4617720"/>
            <a:ext cx="292608" cy="292608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9150858" y="5001768"/>
            <a:ext cx="2398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60" name="Text 49"/>
          <p:cNvSpPr txBox="1"/>
          <p:nvPr/>
        </p:nvSpPr>
        <p:spPr>
          <a:xfrm>
            <a:off x="9169146" y="53949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+ fetches per-host report, prints console summary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DETAIL  ·  STEPS 2–4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and fix: health, services, disk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46504"/>
            <a:ext cx="621792" cy="62179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6" name="Image 0" descr="/home/claude/pptx_build/icons/heartbea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581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system_health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947672"/>
            <a:ext cx="96469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out to df -h, free, and uptime -p to register disk_usage_percent and memory_usage_percent as facts. Disk breaching disk_usage_threshold sets disk_needs_remediation for the next role. Memory is informational only — it's flagged into manual_intervention_reasons but nothing auto-remediates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91256"/>
            <a:ext cx="110916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520440"/>
            <a:ext cx="621792" cy="62179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1" name="Image 1" descr="/home/claude/pptx_build/icons/sync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64845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355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service_management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721608"/>
            <a:ext cx="96469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service_facts to record each critical_services entry's initial state, restarts (systemd) any that aren't running, then re-gathers facts to record the final state. Builds a before/after service_status_report; anything still not running after the restart attempt is flagged for manual intervention.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965192"/>
            <a:ext cx="110916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5294376"/>
            <a:ext cx="621792" cy="62179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6" name="Image 2" descr="/home/claude/pptx_build/icons/dis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4223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51297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disk_remediation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5495544"/>
            <a:ext cx="96469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when disk_needs_remediation is true. Loops log_cleanup_paths (subelements over each path's patterns) and deletes files older than age_days with find -mtime +N -delete, ignoring individual failures. Re-checks disk usage afterward and flags manual intervention if it's still above threshold.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DETAIL  ·  STEPS 5–8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drift, validate, then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46504"/>
            <a:ext cx="621792" cy="62179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6" name="Image 0" descr="/home/claude/pptx_build/icons/users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58191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user_directory_check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947672"/>
            <a:ext cx="96469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ansible.builtin.user creates/updates each required_users entry (home dir, group, shell); ansible.builtin.file enforces owner/group/mode on each required_directories path. Both loops register results, and a set_fact distills them into a readable user:/dir: change list for the report.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91256"/>
            <a:ext cx="110916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520440"/>
            <a:ext cx="621792" cy="62179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1" name="Image 1" descr="/home/claude/pptx_build/icons/shield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64845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3558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config_drift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721608"/>
            <a:ext cx="96469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lineinfile forces PermitRootLogin no in sshd_config (backed up, validated with sshd -t -f %s) and notifies the restart sshd handler. hostname compares the live hostname to inventory_hostname and corrects it if it drifted. meta: flush_handlers applies the sshd restart immediately, in the same run.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965192"/>
            <a:ext cx="110916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5294376"/>
            <a:ext cx="621792" cy="62179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6" name="Image 2" descr="/home/claude/pptx_build/icons/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4223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512978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health_validation  →  reporting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5495544"/>
            <a:ext cx="96469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Re-checks disk, memory and every critical service one more time — this is the actual pass/fail gate, independent of whether earlier fixes reported success. reporting then renders report.j2 on the host, fetches it into ./reports/, and prints a HEALTHY / SELF-HEALED vs NEEDS MANUAL INTERVENTION summary.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GROUP_VARS/ALL.YML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config file drives every environment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README's stated design goal: tune thresholds, services, cleanup and users here — no playbook or role logic changes needed.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4297680"/>
        </p:xfrm>
        <a:graphic>
          <a:graphicData uri="http://schemas.openxmlformats.org/drawingml/2006/table">
            <a:tbl>
              <a:tblPr/>
              <a:tblGrid>
                <a:gridCol w="2834640"/>
                <a:gridCol w="3931920"/>
                <a:gridCol w="4325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in this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disk_usage_threshold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disk_remediation cleanup above this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memory_usage_threshold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manual intervention — informational, no auto-fix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critical_services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nginx, tomcat10, apache2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&amp; auto-restarted by service_management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log_cleanup_paths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/var/log (14d), /tmp (7d)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-mtime +N -delete for matching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required_users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yash (sudo, /bin/bash)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Created/updated by user_directory_check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required_directories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/opt/app, /opt/app/logs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yash:yash, mode 0755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report_dir / local_report_dir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/home/yash/remediation_reports  →  ./reports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reports are rendered, then fetched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re-running this playbook is safe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1E2E4E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x_build/icons/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019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37744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modules only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788920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user, systemd, lineinfile, hostname — a healthy host sees zero changes on repeat runs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1E2E4E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1801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build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9019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44568" y="237744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built across roles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44568" y="2788920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+ set_fact accumulate manual_intervention_required / _reasons through the whole play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1E2E4E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1801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ptx_build/icons/warn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9019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9328" y="237744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error tolerance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39328" y="2788920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ignore_errors / failed_when: false only on checks &amp; best-effort fixes — never on the final validation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67328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1E2E4E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9684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x_build/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06908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544568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 can't stall the fleet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956048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any_errors_fatal: false at the play level; a broken host doesn't block the rest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767328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1E2E4E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44568" y="39684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x_build/icons/networ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06908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44568" y="4544568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hosts bail early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544568" y="4956048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end_host on failed connectivity — no wasted time, no misleading reports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767328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1E2E4E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9328" y="39684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pptx_build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06908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39328" y="4544568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apply within the run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339328" y="4956048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config_drift's restart sshd + meta: flush_handlers means health_validation checks the fixed service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REPORTS/*.TXT  ·  ACTUAL SAMPLE OUTPUT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real run produced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usage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5915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 cleanup — threshold is 30%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355848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55848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→ 46%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35915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check → final validation, both hosts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163056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63056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running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00216" y="235915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tomcat10, apache2 — all healthy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970264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733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70264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061704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reported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107424" y="235915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all-dev-1 &amp; all-dev-2, both flagged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APPLIED THIS RUN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1625803" cy="384048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20440"/>
            <a:ext cx="16258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yash created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20747" y="3520440"/>
            <a:ext cx="1255471" cy="384048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20747" y="3520440"/>
            <a:ext cx="12554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dir: /opt/app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22522" y="3520440"/>
            <a:ext cx="1625803" cy="384048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22522" y="3520440"/>
            <a:ext cx="16258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dir: /opt/app/logs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94630" y="3520440"/>
            <a:ext cx="2736799" cy="384048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94630" y="3520440"/>
            <a:ext cx="27367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sshd_config: PermitRootLogin → no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77733" y="3520440"/>
            <a:ext cx="1625803" cy="384048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77733" y="3520440"/>
            <a:ext cx="16258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corrected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FBEDEA"/>
          </a:solidFill>
          <a:ln w="12700">
            <a:solidFill>
              <a:srgbClr val="EFC3BB"/>
            </a:solidFill>
            <a:prstDash val="solid"/>
          </a:ln>
        </p:spPr>
      </p:sp>
      <p:pic>
        <p:nvPicPr>
          <p:cNvPr id="32" name="Image 0" descr="/home/claude/pptx_build/icons/aler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3484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325880" y="44074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MANUAL INTERVENTION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" y="48920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memory usage flagged at initial check (35%)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Disk usage still above the 30% threshold after cleanup (47%)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Final validation failed: disk usage still 47% at the post-remediation gate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·  EXTENDING IT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Structure, and how to grow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892040"/>
          </a:xfrm>
          <a:prstGeom prst="roundRect">
            <a:avLst>
              <a:gd name="adj" fmla="val 1495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262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ansible-self-healing/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ansible.cfg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site.yml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inventory/hosts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group_vars/all.yml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roles/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installation_tna/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connectivity_check/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system_health/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service_management/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disk_remediation/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user_directory_check/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config_drift/  (+ handlers/)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health_validation/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└─ reporting/  (templates/report.j2)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reports/   ← fetched output lands here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7" name="Image 0" descr="/home/claude/pptx_build/icons/cogs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4" y="15636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37960" y="13990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service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17099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its name to critical_services — service_management picks it up automatically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97880" y="251460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1" name="Image 1" descr="/home/claude/pptx_build/icons/shield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26151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24505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config-drift check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7614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config_drift's pattern: a lineinfile/template task, a handler if it needs a restart, a set_fact to log the fix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97880" y="356616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5" name="Image 2" descr="/home/claude/pptx_build/icons/dis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36667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37960" y="35021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cleanup target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381304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entry to log_cleanup_paths with its own path, age_days and patterns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897880" y="4663440"/>
            <a:ext cx="557784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897880" y="484632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ansible-playbook site.yml -e "host=aws_ec2" -i inventory/aws_ec2.yml --check --diff   (dry run first)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1D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Fix. Verify. Never hide a broken host.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x_build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3347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468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assumed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8072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health_validation re-checks disk, memory and services independently — a role reporting success isn't enough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pptx_build/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59359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environment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76732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group_vars/all.yml is the only thing that should change between dev, test and prod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pptx_build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55371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389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47274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manual_intervention_required + reasons means unfixable problems are surfaced, never silently closed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31520" y="5989320"/>
            <a:ext cx="10698480" cy="0"/>
          </a:xfrm>
          <a:prstGeom prst="line">
            <a:avLst/>
          </a:prstGeom>
          <a:noFill/>
          <a:ln w="12700">
            <a:solidFill>
              <a:srgbClr val="2C4368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Ansible  ·  role-based  ·  Linux / AWS EC2 fleet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2026-08-30T14:09:42Z</dcterms:created>
  <dcterms:modified xsi:type="dcterms:W3CDTF">2026-08-30T14:09:42Z</dcterms:modified>
</cp:coreProperties>
</file>